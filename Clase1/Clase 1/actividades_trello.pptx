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yefruizg04@gmail.com" userId="ca9b7addc9fe5d07" providerId="LiveId" clId="{FFEFFAFB-E068-45B8-863C-9A8B43FEC7A9}"/>
    <pc:docChg chg="undo custSel modSld">
      <pc:chgData name="antoyefruizg04@gmail.com" userId="ca9b7addc9fe5d07" providerId="LiveId" clId="{FFEFFAFB-E068-45B8-863C-9A8B43FEC7A9}" dt="2026-03-06T18:08:26.705" v="3" actId="22"/>
      <pc:docMkLst>
        <pc:docMk/>
      </pc:docMkLst>
      <pc:sldChg chg="addSp delSp modSp mod">
        <pc:chgData name="antoyefruizg04@gmail.com" userId="ca9b7addc9fe5d07" providerId="LiveId" clId="{FFEFFAFB-E068-45B8-863C-9A8B43FEC7A9}" dt="2026-03-06T18:08:26.705" v="3" actId="22"/>
        <pc:sldMkLst>
          <pc:docMk/>
          <pc:sldMk cId="0" sldId="257"/>
        </pc:sldMkLst>
        <pc:spChg chg="mod">
          <ac:chgData name="antoyefruizg04@gmail.com" userId="ca9b7addc9fe5d07" providerId="LiveId" clId="{FFEFFAFB-E068-45B8-863C-9A8B43FEC7A9}" dt="2026-03-06T18:02:35.815" v="1" actId="1076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antoyefruizg04@gmail.com" userId="ca9b7addc9fe5d07" providerId="LiveId" clId="{FFEFFAFB-E068-45B8-863C-9A8B43FEC7A9}" dt="2026-03-06T18:08:26.705" v="3" actId="22"/>
          <ac:spMkLst>
            <pc:docMk/>
            <pc:sldMk cId="0" sldId="257"/>
            <ac:spMk id="23" creationId="{5FE9BC74-7992-C495-2014-9D602189BC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47B3">
              <a:alpha val="60000"/>
            </a:srgbClr>
          </a:solidFill>
          <a:ln w="12700">
            <a:solidFill>
              <a:srgbClr val="0047B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3380">
              <a:alpha val="60000"/>
            </a:srgbClr>
          </a:solidFill>
          <a:ln w="12700">
            <a:solidFill>
              <a:srgbClr val="003380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77240"/>
            <a:ext cx="256032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GESTIÓN DE PROYECTOS DE SOFTWARE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7472" y="132588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47472" y="1828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347472" y="29260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visual para gestionar tus proyectos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3380">
              <a:alpha val="90000"/>
            </a:srgbClr>
          </a:solidFill>
          <a:ln w="12700">
            <a:solidFill>
              <a:srgbClr val="0033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4480560"/>
            <a:ext cx="86868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8FF"/>
                </a:solidFill>
              </a:rPr>
              <a:t>Docente: Jefernee Ruiz  |  Duodécimo Año  |  Espectros Administrativos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TRELLO?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131570"/>
            <a:ext cx="154745" cy="39547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1005840"/>
          </a:xfrm>
          <a:prstGeom prst="rect">
            <a:avLst/>
          </a:prstGeom>
          <a:solidFill>
            <a:srgbClr val="EBF5FB"/>
          </a:solidFill>
          <a:ln w="25400">
            <a:solidFill>
              <a:srgbClr val="0052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plataforma gratuita de gestión de proyectos basada en el método </a:t>
            </a:r>
            <a:r>
              <a:rPr lang="en-US" sz="14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Organiza el trabajo en tableros visuales con listas y tarjetas, facilitando el seguimiento de tareas en equipo o de forma individual.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2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2743200" cy="68580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(Board)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1089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de trabajo de tu proyecto. Equivale al proyecto completo.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233172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7A6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331720"/>
            <a:ext cx="2743200" cy="6858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4231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(List)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1089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 que representa una etapa del proceso (Ej: Pendiente, En progreso, Hecho).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80760" y="233172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B5A4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2331720"/>
            <a:ext cx="2743200" cy="685800"/>
          </a:xfrm>
          <a:prstGeom prst="rect">
            <a:avLst/>
          </a:prstGeom>
          <a:solidFill>
            <a:srgbClr val="EB5A46"/>
          </a:solidFill>
          <a:ln w="12700">
            <a:solidFill>
              <a:srgbClr val="EB5A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4231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2377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(Card)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10896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específica dentro de una lista. Contiene descripción, fechas y responsables.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EMPEZAR EN TRELLO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97280"/>
            <a:ext cx="566928" cy="162763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5669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cuenta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trello.com → Registrarse con correo o cuenta de Google. Es completamente gratuito.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097280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97280"/>
            <a:ext cx="566928" cy="162763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097280"/>
            <a:ext cx="5669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31336" y="1188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tablero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1336" y="1572768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'+ Crear' → 'Crear tablero' → Ponerle nombre al proyecto y elegir un color de fondo.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097280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097280"/>
            <a:ext cx="566928" cy="1627632"/>
          </a:xfrm>
          <a:prstGeom prst="rect">
            <a:avLst/>
          </a:prstGeom>
          <a:solidFill>
            <a:srgbClr val="FF9F1A"/>
          </a:solidFill>
          <a:ln w="12700">
            <a:solidFill>
              <a:srgbClr val="FF9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097280"/>
            <a:ext cx="5669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21424" y="11887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listas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21424" y="1572768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tablero, crear listas: 'Por hacer', 'En progreso' y 'Completado' (o las que necesites).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907792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07792"/>
            <a:ext cx="566928" cy="1627632"/>
          </a:xfrm>
          <a:prstGeom prst="rect">
            <a:avLst/>
          </a:prstGeom>
          <a:solidFill>
            <a:srgbClr val="EB5A46"/>
          </a:solidFill>
          <a:ln w="12700">
            <a:solidFill>
              <a:srgbClr val="EB5A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907792"/>
            <a:ext cx="5669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1248" y="29992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tarjetas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38328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lista, clic en '+ Agregar una tarjeta' → escribir el nombre de la tarea.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907792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07792"/>
            <a:ext cx="566928" cy="1627632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2907792"/>
            <a:ext cx="5669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831336" y="29992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64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detalles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31336" y="338328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 una tarjeta podés agregar descripción, fecha límite, etiqueta de color y checklists.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907792"/>
            <a:ext cx="27889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907792"/>
            <a:ext cx="566928" cy="162763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2907792"/>
            <a:ext cx="5669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21424" y="29992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tarjetas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21424" y="338328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y soltar las tarjetas entre listas para actualizar el estado de cada tarea.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UN TABLERO EN TRELLO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Proyecto de app escolar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502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Por Hacer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788920" cy="35204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57276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61BD4F"/>
          </a:solidFill>
          <a:ln w="12700">
            <a:solidFill>
              <a:srgbClr val="61B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alcance del proyecto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67004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76148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FF9F1A"/>
          </a:solidFill>
          <a:ln w="12700">
            <a:solidFill>
              <a:srgbClr val="FF9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61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presupuesto inicial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" y="376732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8587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B5A46"/>
          </a:solidFill>
          <a:ln w="12700">
            <a:solidFill>
              <a:srgbClr val="EB5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58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4114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riesgos del sistema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788920" cy="5029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En Progreso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1463040"/>
            <a:ext cx="2788920" cy="35204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157276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61BD4F"/>
          </a:solidFill>
          <a:ln w="12700">
            <a:solidFill>
              <a:srgbClr val="61B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8328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pantallas principales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267004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0" y="276148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C377E0"/>
          </a:solidFill>
          <a:ln w="12700">
            <a:solidFill>
              <a:srgbClr val="C37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761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328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cronograma Gantt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960120"/>
            <a:ext cx="2788920" cy="5029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Completado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1463040"/>
            <a:ext cx="2788920" cy="35204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81928" y="157276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166420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508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inicial con el cliente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267004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55080" y="276148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61BD4F"/>
          </a:solidFill>
          <a:ln w="12700">
            <a:solidFill>
              <a:srgbClr val="61BD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7614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3017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requerimientos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1928" y="3767328"/>
            <a:ext cx="257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3858768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8587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4114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repositorio GitHub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CLAVE DE TRELLO PARA TU PROYECTO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788920" cy="1600200"/>
          </a:xfrm>
          <a:prstGeom prst="rect">
            <a:avLst/>
          </a:prstGeom>
          <a:solidFill>
            <a:srgbClr val="EBF5FB"/>
          </a:solidFill>
          <a:ln w="19050">
            <a:solidFill>
              <a:srgbClr val="61BD4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548640" cy="548640"/>
          </a:xfrm>
          <a:prstGeom prst="ellipse">
            <a:avLst/>
          </a:prstGeom>
          <a:solidFill>
            <a:srgbClr val="61BD4F"/>
          </a:solidFill>
          <a:ln w="12700">
            <a:solidFill>
              <a:srgbClr val="61BD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3441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618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B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 color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9019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Asignale un color a cada tarjeta según el espectro administrativo al que pertenece (verde = Alcance, rojo = Riesgos, etc.).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2968" y="1097280"/>
            <a:ext cx="2788920" cy="1600200"/>
          </a:xfrm>
          <a:prstGeom prst="rect">
            <a:avLst/>
          </a:prstGeom>
          <a:solidFill>
            <a:srgbClr val="EBF5FB"/>
          </a:solidFill>
          <a:ln w="19050">
            <a:solidFill>
              <a:srgbClr val="FF9F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1261872"/>
            <a:ext cx="548640" cy="548640"/>
          </a:xfrm>
          <a:prstGeom prst="ellipse">
            <a:avLst/>
          </a:prstGeom>
          <a:solidFill>
            <a:srgbClr val="FF9F1A"/>
          </a:solidFill>
          <a:ln w="12700">
            <a:solidFill>
              <a:srgbClr val="FF9F1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3441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2618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límite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10128" y="19019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 puede tener una fecha de vencimiento para controlar el cronograma del proyecto.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1097280"/>
            <a:ext cx="2788920" cy="16002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52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0216" y="1261872"/>
            <a:ext cx="548640" cy="548640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441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12618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0216" y="19019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tarjeta podés agregar una lista de subtareas con casillas de verificación.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82880" y="2880360"/>
            <a:ext cx="2788920" cy="1600200"/>
          </a:xfrm>
          <a:prstGeom prst="rect">
            <a:avLst/>
          </a:prstGeom>
          <a:solidFill>
            <a:srgbClr val="EBF5FB"/>
          </a:solidFill>
          <a:ln w="19050">
            <a:solidFill>
              <a:srgbClr val="7644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044952"/>
            <a:ext cx="548640" cy="548640"/>
          </a:xfrm>
          <a:prstGeom prst="ellipse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1272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3044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4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20040" y="36850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detalladamente qué se debe hacer, quién lo hace y qué recursos se necesitan.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72968" y="2880360"/>
            <a:ext cx="2788920" cy="1600200"/>
          </a:xfrm>
          <a:prstGeom prst="rect">
            <a:avLst/>
          </a:prstGeom>
          <a:solidFill>
            <a:srgbClr val="EBF5FB"/>
          </a:solidFill>
          <a:ln w="19050">
            <a:solidFill>
              <a:srgbClr val="EB5A4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10128" y="3044952"/>
            <a:ext cx="548640" cy="548640"/>
          </a:xfrm>
          <a:prstGeom prst="ellipse">
            <a:avLst/>
          </a:prstGeom>
          <a:solidFill>
            <a:srgbClr val="EB5A46"/>
          </a:solidFill>
          <a:ln w="12700">
            <a:solidFill>
              <a:srgbClr val="EB5A4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12724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044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10128" y="36850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trabajen individualmente, podés simular la asignación de tareas a roles del equipo.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63056" y="2880360"/>
            <a:ext cx="2788920" cy="1600200"/>
          </a:xfrm>
          <a:prstGeom prst="rect">
            <a:avLst/>
          </a:prstGeom>
          <a:solidFill>
            <a:srgbClr val="EBF5FB"/>
          </a:solidFill>
          <a:ln w="19050">
            <a:solidFill>
              <a:srgbClr val="117A6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0216" y="3044952"/>
            <a:ext cx="548640" cy="54864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12724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67728" y="3044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personalizadas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0216" y="368503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estás limitado a 3 listas. Podés crear listas por espectro: Alcance, Cronograma, Riesgos...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276">
              <a:alpha val="50000"/>
            </a:srgbClr>
          </a:solidFill>
          <a:ln w="12700">
            <a:solidFill>
              <a:srgbClr val="1A5276">
                <a:alpha val="5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05840"/>
            <a:ext cx="201168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TRABAJO EN CLASE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47472" y="150876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47472" y="31546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Trello para gestionar proyectos de software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7472" y="3749040"/>
            <a:ext cx="1645920" cy="548640"/>
          </a:xfrm>
          <a:prstGeom prst="rect">
            <a:avLst/>
          </a:prstGeom>
          <a:solidFill>
            <a:srgbClr val="1ABC9C">
              <a:alpha val="8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3749040"/>
            <a:ext cx="1645920" cy="548640"/>
          </a:xfrm>
          <a:prstGeom prst="rect">
            <a:avLst/>
          </a:prstGeom>
          <a:solidFill>
            <a:srgbClr val="1A5276">
              <a:alpha val="8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 — GESTIÓN DEL CASO EN TRELLO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50876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37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CASO: Sistema de gestión de préstamos para la biblioteca del colegio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72768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</a:t>
            </a: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biblioteca de tu colegio necesita un sistema para registrar préstamos de libros. El director pide que el sistema esté listo en </a:t>
            </a:r>
            <a:r>
              <a:rPr lang="en-US" sz="1250" b="1" dirty="0">
                <a:solidFill>
                  <a:srgbClr val="E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semanas</a:t>
            </a: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 presupuesto de </a:t>
            </a:r>
            <a:r>
              <a:rPr lang="en-US" sz="1250" b="1" dirty="0">
                <a:solidFill>
                  <a:srgbClr val="E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₡150,000</a:t>
            </a: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equipo tiene 3 personas: un desarrollador, un diseñador y un tester. El sistema debe permitir registrar préstamos, consultar disponibilidad y enviar recordatorios por correo.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DEBÉS HACER: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328416"/>
            <a:ext cx="256032" cy="256032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28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tablero en Trello llamado: "Biblioteca – [tu nombre]"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256032" cy="256032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lista por cada espectro trabajado: Alcance, Cronograma, Costos, Calidad, Riesgos y Comunicaciones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986784"/>
            <a:ext cx="256032" cy="256032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86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50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lista, agregar mínimo 2 tarjetas con tareas concretas del caso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315968"/>
            <a:ext cx="256032" cy="256032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15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 debe tener: nombre de la tarea, descripción breve y fecha límite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645152"/>
            <a:ext cx="256032" cy="256032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45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6085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etiquetas de color para distinguir el nivel de prioridad: verde = baja, amarillo = media, rojo = alta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 — GUÍA DE ESPECTROS: ¿Qué tarjetas crear?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46304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914400"/>
            <a:ext cx="34747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914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sugerida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914400"/>
            <a:ext cx="34747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914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sugerida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" y="1371600"/>
            <a:ext cx="1463040" cy="566928"/>
          </a:xfrm>
          <a:prstGeom prst="rect">
            <a:avLst/>
          </a:prstGeom>
          <a:solidFill>
            <a:srgbClr val="61BD4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137160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371600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3716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13716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funcionalidades del sistema (qué puede y no puede hacer)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40680" y="13716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requerimientos con el director de la biblioteca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" y="1984248"/>
            <a:ext cx="1463040" cy="566928"/>
          </a:xfrm>
          <a:prstGeom prst="rect">
            <a:avLst/>
          </a:prstGeom>
          <a:solidFill>
            <a:srgbClr val="C377E0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1984248"/>
            <a:ext cx="34747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1984248"/>
            <a:ext cx="34747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19842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198424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las 6 semanas de desarrollo con fechas por fase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198424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hitos de entrega: prototipo, pruebas, entrega final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7160" y="2596896"/>
            <a:ext cx="1463040" cy="566928"/>
          </a:xfrm>
          <a:prstGeom prst="rect">
            <a:avLst/>
          </a:prstGeom>
          <a:solidFill>
            <a:srgbClr val="FF9F1A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259689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9240" y="2596896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259689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25968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el presupuesto de ₡150,000 por actividad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25968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gastos semanales para no exceder el límite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7160" y="3209544"/>
            <a:ext cx="1463040" cy="566928"/>
          </a:xfrm>
          <a:prstGeom prst="rect">
            <a:avLst/>
          </a:prstGeom>
          <a:solidFill>
            <a:srgbClr val="784212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3209544"/>
            <a:ext cx="34747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3209544"/>
            <a:ext cx="34747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320954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32095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criterios de aceptación del sistema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32095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lista de pruebas funcionales que debe pasar el sistema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37160" y="3822192"/>
            <a:ext cx="1463040" cy="566928"/>
          </a:xfrm>
          <a:prstGeom prst="rect">
            <a:avLst/>
          </a:prstGeom>
          <a:solidFill>
            <a:srgbClr val="EB5A46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37360" y="382219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9240" y="3822192"/>
            <a:ext cx="3474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382219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828800" y="382219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posible ausencia de un integrante del equipo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40680" y="382219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contingencia si el servidor falla en la entrega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7160" y="4434840"/>
            <a:ext cx="1463040" cy="566928"/>
          </a:xfrm>
          <a:prstGeom prst="rect">
            <a:avLst/>
          </a:prstGeom>
          <a:solidFill>
            <a:srgbClr val="1A5276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4434840"/>
            <a:ext cx="34747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4434840"/>
            <a:ext cx="34747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4348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828800" y="44348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reunión semanal de avance con el director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0680" y="44348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cambios aprobados por el cliente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 — ANÁLISIS Y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50876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37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solidFill>
            <a:srgbClr val="0E5A44"/>
          </a:solidFill>
          <a:ln w="12700">
            <a:solidFill>
              <a:srgbClr val="0E5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terminaste tu tablero en Trello, respondé las siguientes preguntas en una tarjeta nueva llamada '📝 Reflexión'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17A6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64208"/>
            <a:ext cx="502920" cy="71323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6420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166420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espectro te resultó más difícil de plasmar en tarjetas y por qué?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487168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9F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87168"/>
            <a:ext cx="502920" cy="713232"/>
          </a:xfrm>
          <a:prstGeom prst="rect">
            <a:avLst/>
          </a:prstGeom>
          <a:solidFill>
            <a:srgbClr val="FF9F1A"/>
          </a:solidFill>
          <a:ln w="12700">
            <a:solidFill>
              <a:srgbClr val="FF9F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8716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6968" y="248716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director pide agregar una nueva función al sistema en la semana 4, ¿qué espectros se verían afectados y cómo?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2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10128"/>
            <a:ext cx="502920" cy="71323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1012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" y="331012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 tiene usar Trello en lugar de una lista de tareas escrita a mano para gestionar un proyecto?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6448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33088"/>
            <a:ext cx="502920" cy="713232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3308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6968" y="413308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espectro crees que es el más importante para que este proyecto tenga éxito? Justificá tu respuesta.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61BD4F">
              <a:alpha val="80000"/>
            </a:srgbClr>
          </a:solidFill>
          <a:ln w="12700">
            <a:solidFill>
              <a:srgbClr val="61BD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Entrega: Compartir el enlace del tablero de Trello con el docente al finalizar la clase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907</Words>
  <Application>Microsoft Office PowerPoint</Application>
  <PresentationFormat>Presentación en pantalla (16:9)</PresentationFormat>
  <Paragraphs>130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Trello + Actividades Espectros Administrativos</dc:title>
  <dc:subject>PptxGenJS Presentation</dc:subject>
  <dc:creator>PptxGenJS</dc:creator>
  <cp:lastModifiedBy>antoyefruizg04@gmail.com</cp:lastModifiedBy>
  <cp:revision>1</cp:revision>
  <dcterms:created xsi:type="dcterms:W3CDTF">2026-03-06T17:57:59Z</dcterms:created>
  <dcterms:modified xsi:type="dcterms:W3CDTF">2026-03-06T18:08:46Z</dcterms:modified>
</cp:coreProperties>
</file>