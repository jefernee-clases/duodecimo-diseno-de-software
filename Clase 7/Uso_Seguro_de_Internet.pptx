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pregunta: ¿cuántas horas al día pasan en internet? ¿Alguna vez les pasó o vieron algo incómodo en línea? De eso trata la unidad: derechos, leyes y herramientas para protegerse y proteger.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tres indicadores de logro. Aclarar que aunque varios ya son mayores de edad o están cerca, estas normas los protegen a ellos, a sus hermanos menores y a los usuarios de los sitios que ellos desarrollarán.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Tratar el tema con seriedad y sin alarmismo. No entrar en detalles morbosos: el objetivo es que reconozcan los patrones y sepan que hay leyes y adultos que protegen. Si alguien quiere hablar en privado de una situación, ofrecer el 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que memorizar números de ley: lo importante es saber que el marco existe, qué protege cada norma y que la protección va de lo internacional (Convención) a lo específico (delitos informáticos).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ejemplos propios para cada columna. Enfatizar el último punto rojo: el silencio es lo que más protege a quien hace daño.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útil: buscar en clase qué aparece al googlear el nombre de una persona voluntaria. Esa es su huella digital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¿en sus casas existe alguna de estas medidas? ¿Cuál agregarían? Esta lámina alimenta directamente la Práctica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el paso 1: el error más común de las familias es reaccionar con castigo, y eso rompe el canal de confianza. La evidencia (paso 2) es lo que permite que la denuncia (paso 4) prospere.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con la especialidad: la Práctica 2 les pide aplicar estos cuatro puntos a un sitio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1: láminas 1-5 + Práctica 1. Lección 2: láminas 6-9 + Práctica 2 y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seguro de internet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y procedimientos para la protección de las personas menores de edad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  ·  Duodécimo año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lograr?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7830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normas y leyes que regulan el uso de internet para las personas menores de edad.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3520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703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33832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usos adecuados de internet: qué es sano, qué es riesgoso y por qué.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960120" y="5120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303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49834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preventivas y correctivas, personales y familiares, para navegar de forma segura.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existen estas normas?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en internet las personas menores de edad están expuestas a riesgos reales. Reconocerlos por su nombre es el primer paso para prevenirlos: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Ciberbullying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Acoso, burlas o humillación entre pares a través de redes, chats o juegos en línea.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16552" y="2148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90872" y="2331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Grooming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90872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adulto que se gana la confianza de una persona menor en línea con fines de abuso. Es delito.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93024" y="2148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467344" y="2331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Sexting y difusión de imágenes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67344" y="28803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imágenes íntimas; una vez enviadas, se pierde el control sobre ellas para siempre.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89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Estafas y phishing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o sitios falsos que buscan robar contraseñas, dinero o datos personales.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16552" y="42062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4690872" y="4389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nocivo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90872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violento, de odio o inapropiado para la edad, que aparece incluso sin buscarlo.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42062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20" name="Text 18"/>
          <p:cNvSpPr/>
          <p:nvPr/>
        </p:nvSpPr>
        <p:spPr>
          <a:xfrm>
            <a:off x="8467344" y="4389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Sobreexposición de datos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67344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ubicación, rutinas o información personal que facilita ser víctima de un delito.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Leyes y normativas que nos protegen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establece?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Convención sobre los Derechos del Niño (ONU, 1989)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Tratado internacional que obliga a los Estados a proteger a la niñez de toda forma de violencia, explotación y material perjudicial, también en entornos digitales.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de la Niñez y la Adolescencia (Ley 7739)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ley marco costarricense: garantiza los derechos de las personas menores de 18 años, incluidos su imagen, su privacidad y su protección frente a información nociva.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8934 — Protección frente a contenido nocivo en internet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 a los lugares con acceso público a internet (cafés internet, bibliotecas) a instalar filtros que bloqueen contenido nocivo para menores de edad.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9048 — Delitos informáticos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Sanciona con cárcel delitos como la suplantación de identidad, el fraude informático y la seducción o corrupción de menores por medios electrónicos.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en Costa Rica, dañar a una persona menor por internet no es "cosa de internet": es un delito con nombre, ley y pena.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uso adecuado de internet?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4754880"/>
          </a:xfrm>
          <a:prstGeom prst="roundRect">
            <a:avLst>
              <a:gd name="adj" fmla="val 2308"/>
            </a:avLst>
          </a:prstGeom>
          <a:solidFill>
            <a:srgbClr val="EAF3E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91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Usos que suman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3317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Aprender: cursos, tutoriales, documentación técnica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Crear: programar, diseñar, publicar proyectos propios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Comunicarse con respeto y con personas conocidas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Informarse en fuentes confiables y verificadas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Jugar y entretenerse con límites de tiempo sanos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257800" cy="4754880"/>
          </a:xfrm>
          <a:prstGeom prst="roundRect">
            <a:avLst>
              <a:gd name="adj" fmla="val 2308"/>
            </a:avLst>
          </a:prstGeom>
          <a:solidFill>
            <a:srgbClr val="FBEBEB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91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Usos que exponen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datos personales, ubicación o rutinas con desconocidos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y conversar con perfiles que no se conocen en la vida real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o reenviar imágenes íntimas propias o de otras personas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programas o hacer clic en enlaces de origen dudoso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a la familia lo que pasa en línea cuando algo incomoda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6928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02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preventivas personales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408176" y="196596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6" y="2148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5256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Contraseñas fuertes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60120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Largas, únicas por cuenta y nunca compartidas, ni con la mejor amistad.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999232" y="169164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3584448" y="196596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148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81528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Perfiles privados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136392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configuración de privacidad: que solo personas conocidas vean lo que publica.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175504" y="169164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5760720" y="196596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1488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antes de publicar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312664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huella digital es permanente: lo que se sube hoy puede aparecer en 10 años.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351776" y="169164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7936992" y="196596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1488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4072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Contactos reales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488936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aceptar ni conversar con perfiles desconocidos, aunque parezcan de la misma edad.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528048" y="1691640"/>
            <a:ext cx="1993392" cy="402336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10113264" y="196596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4" y="214884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10344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Hablar siempre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9665208" y="3749040"/>
            <a:ext cx="1719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incomoda, asusta o parece raro: contarlo de inmediato a una persona adulta de confianza.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oro: si no se lo mostraría a toda la clase pegado en la pizarra, no lo publique.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preventivas en la familia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protección no es solo tecnología: es acuerdo y confianza. Las familias pueden prevenir con medidas como estas: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331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963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9514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Diálogo abierto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0815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Conversar con naturalidad sobre lo que se hace en línea, sin interrogatorios ni castigos por preguntar.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601968" y="23317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963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29514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Acuerdo familiar de uso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29400" y="30815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claras construidas entre todos: horarios, tiempos de pantalla y qué se puede descargar o publicar.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932688" y="4480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45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439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parentales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0120" y="52303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contenido y límites de tiempo en los dispositivos, adecuados a la edad de cada persona menor.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420624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20" name="Shape 15"/>
          <p:cNvSpPr/>
          <p:nvPr/>
        </p:nvSpPr>
        <p:spPr>
          <a:xfrm>
            <a:off x="6601968" y="4480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64515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439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Espacios comunes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629400" y="52303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los dispositivos se usen en lugares visibles de la casa, especialmente con los más pequeños.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correctivas: si algo ya pasó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 rápido y bien marca la diferencia. Los pasos correctos, en orden: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84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1984248"/>
            <a:ext cx="9692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sin culpar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menor que cuenta lo que pasó hizo LO CORRECTO. Regañarla enseña a callar la próxima vez.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29809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80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2880360"/>
            <a:ext cx="9692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la evidencia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pantalla, mensajes, perfiles y fechas. No borrar nada ni responder a quien agrede.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87705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776472"/>
            <a:ext cx="9692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y reportar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al agresor y reportar el perfil o contenido en la misma plataforma (todas tienen esa opción).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47731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2768" y="4672584"/>
            <a:ext cx="9692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Denunciar 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el OIJ si hay delito, o buscar orientación en el PANI. En emergencias, llamar al 9-1-1.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550408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5669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2768" y="5568696"/>
            <a:ext cx="9692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  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apoyo emocional sostenido y, si hace falta, buscar ayuda profesional. Nadie enfrenta esto solo.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Ustedes están del otro lado del sitio web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futuros desarrolladores web, estas normas también son requisitos de su trabajo: los sitios que construyan deben proteger a sus usuarios menores de edad.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871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de privacidad claro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qué datos recoge el sitio y para qué, en lenguaje que cualquiera entienda.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4871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Mínimos datos posibles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30632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pedir información que no se necesita: cada dato que se guarda es una responsabilidad.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4531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Mecanismos de reporte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5029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visible para denunciar contenido o conductas inapropiadas.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42519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44531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responsable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5029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trucos que enganchen o engañen; con contenido apropiado si el público incluye menores.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al usuario no es un extra: es parte de hacer bien el trabajo.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389120" cy="438912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a la obra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prácticas formativas (sin puntaje), una por lección: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que protege  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casos reales e identificar qué norma se violó, qué derecho protege y cómo actuar.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206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402336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protección  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acuerdo familiar de uso seguro y aplicar las medidas de protección a un sitio web como desarrolladores.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Recuerden: estas prácticas no tienen puntaje. Lo que se llevan es saber protegerse y proteger a otros.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2026-07-21T22:33:42Z</dcterms:created>
  <dcterms:modified xsi:type="dcterms:W3CDTF">2026-07-21T22:33:42Z</dcterms:modified>
</cp:coreProperties>
</file>